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Greet the committee and introduce yourself
- State the internship organization (Afronex Tech Company) and period
- Mention the main project: membership management system modernisation
- Note that this presentation covers the internship work and outcomes
- Keep it brief — details follow in the next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presentation structure
- Note that Part One (the written report) has already been submitted
- This presentation covers the key sections from the report
- Mention that a live demo will follow the presentation
- Keep this slide brief — 30 seconds maximum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Afronex and focus areas
- State the 4-month period
- Describe the main project
- Emphasise full-stack role with dual team ownership
- Mention other projects briefly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the old system's limitations one by one
- Emphasise technical debt, no digital payment, rigid schema
- Highlight security gap (no OTP, no verification)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general objective
- Walk through the six specific objectives
- Note objectives 3-6 were co-owned by Team 6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in-scope items
- On limitations: emphasise confidentiality
- Note OCR accuracy varies with screenshot quality
- Mention 4-month time constraint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the tech stack
- Clarify: main project used company-specified stack
- Other projects used preference-based stacks
- Highlight Teams 2 and 6 as yours (marked ★)
- Note: no fixed tech stack obligation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each feasibility dimension
- Emphasise all tools were free/open-source
- Note 4-month schedule was tight
- Highlight main risk: cross-team integration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why Agile was chosen
- Describe sprint structure and team allocation
- Walk through per-feature workflow
- Mention communication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List Team 6 features first (5 items, all full-stack implementation)
- Then list Team 2 features (4 items)
- Emphasise that all features passed Team 7 integration testing
- Note the code is being tested for production
- Keep it to 1.5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List other contributions: AI Care, Odoo, adopted recommendations
- Highlight Temariware as live personal project
- Emphasise mindset shift
- Mention hackathon certificate
- Show the stats: 9 features, 2 teams, 1 live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Summarise key achievements (6 features, dual team)
- Emphasise mindset shift as most valuable learning
- Mention Temariware as live outcome
- Walk through recommendations
- Transition to live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committee for their time
- Invite questions
- Mention you can demo both the membership management system features and Temariware live
- Be prepared to show the manual payment workspace and the Temariware Mini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8335" y="494481"/>
            <a:ext cx="3227218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spc="66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 DAWA UNIVERSITY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5664" y="823987"/>
            <a:ext cx="6372671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Institute of Technology · School of Computing · Department of Software Engineering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69459" y="1424062"/>
            <a:ext cx="320497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spc="10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00125" y="1795537"/>
            <a:ext cx="7143750" cy="82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Membership Management System Modernisation at Afronex Tech Company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31306" y="2900363"/>
            <a:ext cx="4681277" cy="188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Nebiyu Tsegaye | </a:t>
            </a:r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1501332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Programme: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BSc in Software Engineering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Organization: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Afronex Tech Company, Dire Dawa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Period: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10/06/2018 E.C – 10/10/2018 E.C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Industry Supervisor: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Mr. Tsegaw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Presentation Date:</a:t>
            </a:r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12/01/2018 E.C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Presentation Contents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477934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PART ONE — REPORT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4350" y="1464469"/>
            <a:ext cx="3943350" cy="2078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Introduction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 Statement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Objective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 and Limitation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Specification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686300" y="1042988"/>
            <a:ext cx="4457700" cy="362617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PART TWO — 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464469"/>
            <a:ext cx="3943350" cy="1661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Feasibility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Methodology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 and Outcomes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788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Conclusion and Recommendation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86300" y="3051721"/>
            <a:ext cx="3943350" cy="81907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00588" y="3051721"/>
            <a:ext cx="0" cy="819076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6300" y="3051721"/>
            <a:ext cx="3943350" cy="884602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Following the presentation: live project demo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Introduction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8115300" cy="1573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Afronex Tech Company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Dire Dawa, Ethiopia; technology solutions in web dev, system dev, and AI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period: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10/06/2018 E.C – 10/10/2018 E.C (4 months)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Main project: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Modernisation of a membership management system — rewrite + new features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My role: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Full-stack developer; Team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(Payments ★) + Team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(Super Admin ★); communication lead; AI engineer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Other projects: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AI Care (Django), Accounting (Odoo), personal project Temariware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Problem Statement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8115300" cy="175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Outdated tech stack: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Existing system had accumulated technical debt limiting extensibility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digital ID: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Member registration relied on manual ID collection — no Fayda support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Limited payments: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No Telebirr integration; payments collected manually with no audit trail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Rigid schema: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No custom attributes — every organisation had the same fixed member fields</a:t>
            </a:r>
            <a:endParaRPr lang="en-US" sz="1350" dirty="0"/>
          </a:p>
          <a:p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Weak verification:</a:t>
            </a:r>
            <a:pPr algn="l" indent="0" marL="0">
              <a:lnSpc>
                <a:spcPts val="1822"/>
              </a:lnSpc>
              <a:spcAft>
                <a:spcPts val="788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No OTP during registration; no screenshot-based payment verification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Project Objective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8115300" cy="59806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8638" y="1042988"/>
            <a:ext cx="0" cy="598066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042988"/>
            <a:ext cx="8115300" cy="645911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General: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Modernise the membership management system with modern frameworks and six client-requested features, across seven cross-functional teams.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4350" y="1883941"/>
            <a:ext cx="8521065" cy="24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2298167"/>
            <a:ext cx="8115300" cy="18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Fayda ID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for member registration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custom attributes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for org-specific member fields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Telebirr payment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for fees and renewals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manual payment confirmation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+ invoice workspace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OTP confirmation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for user registration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OCR screenshot verification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for low-friction payment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Scope and Limitation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5242941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4350" y="1378632"/>
            <a:ext cx="3971925" cy="220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Rewriting system with React + TypeScript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Fayda ID, custom attributes, Telebirr, OTP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OCR-based payment verification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Manual payment confirmation workspace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Invoice and receipt generation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Super admin dashboard (Team 2)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Seven-team structure with shared contracts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57725" y="1378632"/>
            <a:ext cx="3971925" cy="18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Confidentiality: client name/URLs undisclosed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OCR accuracy depends on screenshot quality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Manual payment review introduces latency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Custom attributes use flexible key-value (not typed)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automated Telebirr verification in v1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period limited to 4 months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Specification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4813973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4350" y="1378632"/>
            <a:ext cx="3971925" cy="252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Main project: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React + TypeScript (company-specified)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Database: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PostgreSQL via Prisma ORM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Care: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Django (preference-based)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Accounting: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Odoo (preference-based)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Personal: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Next.js, Tailwind, shadcn/ui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tools: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Agentic AI for scaffolding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OCR: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Tesseract / EasyOCR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Note: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No fixed tech stack obligation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TEAM ALLOCATION (7 TEAMS)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57725" y="1378632"/>
          <a:ext cx="3971925" cy="914400"/>
        </p:xfrm>
        <a:graphic>
          <a:graphicData uri="http://schemas.openxmlformats.org/drawingml/2006/table">
            <a:tbl>
              <a:tblPr/>
              <a:tblGrid>
                <a:gridCol w="627087"/>
                <a:gridCol w="333769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Team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Role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1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Platform &amp; Security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2 ★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Super Admin &amp; Governance (mine)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3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Org Admin &amp; Member Mgmt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4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Event Management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5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Blog &amp; Announcements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6 ★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Payments &amp; Subscriptions (mine)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7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Integration QA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35719" marR="42863" marT="42863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Project Feasibility</a:t>
            </a:r>
            <a:endParaRPr lang="en-US" sz="2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042988"/>
          <a:ext cx="8115300" cy="914400"/>
        </p:xfrm>
        <a:graphic>
          <a:graphicData uri="http://schemas.openxmlformats.org/drawingml/2006/table">
            <a:tbl>
              <a:tblPr/>
              <a:tblGrid>
                <a:gridCol w="1459446"/>
                <a:gridCol w="5026968"/>
                <a:gridCol w="162174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Dimension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Analysis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Verdict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Technical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React, TypeScript, Django, Odoo — mature, well-documented, open-source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Economic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All tools free/open-source. Company provided infrastructure at no cost to interns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Operational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Aligns with company workflow. Interns integrated into active teams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Schedule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4 months, 7 teams in dependency order. Tight but achievable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Feasible</a:t>
                      </a:r>
                      <a:endParaRPr lang="en-US" sz="105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42863" marR="57150" marT="57150" marB="42863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4350" y="2600325"/>
            <a:ext cx="8115300" cy="329617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28638" y="2600325"/>
            <a:ext cx="0" cy="329617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2600325"/>
            <a:ext cx="8115300" cy="355986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Main risk: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Cross-team integration — mitigated by Team 1 locking contracts first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521065" cy="478346"/>
          </a:xfrm>
          <a:prstGeom prst="rect">
            <a:avLst/>
          </a:prstGeom>
          <a:noFill/>
          <a:ln/>
        </p:spPr>
        <p:txBody>
          <a:bodyPr wrap="non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 Methodology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8115300" cy="18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Approach: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Agile — iterative development with adaptive planning and continuous feedback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Agile?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Client requirements evolved through feedback on early iterations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Sprint structure: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Each team owned features, delivered within agreed timeline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 allocation: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Seven teams with strict dependency order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Workflow: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Plan → Checklist → Implement → PR Review → Integration (Team 7) → Acceptance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Communication: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Weekly meetings, Telegram, GitHub PRs, Zoom, in-person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772137"/>
            <a:ext cx="801618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8120" y="4772137"/>
            <a:ext cx="164836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8. Result and Outcomes — Features Delivered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4337685" cy="362617"/>
          </a:xfrm>
          <a:prstGeom prst="rect">
            <a:avLst/>
          </a:prstGeom>
          <a:noFill/>
          <a:ln/>
        </p:spPr>
        <p:txBody>
          <a:bodyPr wrap="squar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TEAM 6: PAYMENTS &amp; SUBSCRIPTIONS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4350" y="1464469"/>
            <a:ext cx="3943350" cy="301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Manual payment confirmation workflow (full-stack)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Invoice and receipt workspace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Telebirr payment integration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OCR-based screenshot payment verification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Payment status normalization (audit trail)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686300" y="1042988"/>
            <a:ext cx="4337685" cy="671227"/>
          </a:xfrm>
          <a:prstGeom prst="rect">
            <a:avLst/>
          </a:prstGeom>
          <a:noFill/>
          <a:ln/>
        </p:spPr>
        <p:txBody>
          <a:bodyPr wrap="square" lIns="0" tIns="0" rIns="0" bIns="4286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60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TEAM 2: SUPER ADMIN &amp; ORG GOVERNANCE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750219"/>
            <a:ext cx="3943350" cy="1972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Super admin dashboard interfaces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Organization management &amp; status actions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Org admin oversight views</a:t>
            </a:r>
            <a:endParaRPr lang="en-US" sz="1650" dirty="0"/>
          </a:p>
          <a:p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2310"/>
              </a:lnSpc>
              <a:spcAft>
                <a:spcPts val="788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Platform-level control features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86300" y="3602124"/>
            <a:ext cx="3943350" cy="71236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00588" y="3602124"/>
            <a:ext cx="0" cy="712366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6300" y="3602124"/>
            <a:ext cx="3943350" cy="769355"/>
          </a:xfrm>
          <a:prstGeom prst="rect">
            <a:avLst/>
          </a:prstGeom>
          <a:noFill/>
          <a:ln/>
        </p:spPr>
        <p:txBody>
          <a:bodyPr wrap="square" lIns="171450" tIns="142875" rIns="171450" bIns="142875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features passed Team 7 integration testing. Code is being tested for production deployment.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772137"/>
            <a:ext cx="7931460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06708" y="4772137"/>
            <a:ext cx="276331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8b. Other Contributions &amp; Personal Outcomes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4813973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OTHER CONTRIBUTIONS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4350" y="1378632"/>
            <a:ext cx="3971925" cy="125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Care system (Django) — data flow + AI features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Accounting &amp; inventory subsystem (Odoo)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Recommended features adopted by the company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personal project, live in 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PERSONAL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57725" y="1378632"/>
            <a:ext cx="3971925" cy="125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Shift to business-aware mindset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Agile multi-team experience (Teams 2 + 6)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Communication &amp; leadership as interns' lead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Cursor Hackathon certificate (Haramaya Univ.)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57725" y="2556458"/>
            <a:ext cx="3971925" cy="30104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2013" y="2556458"/>
            <a:ext cx="0" cy="30104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1886" y="2627895"/>
            <a:ext cx="2352066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 features · 2 teams · 1 live 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772137"/>
            <a:ext cx="794284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01" y="4772137"/>
            <a:ext cx="276331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835819"/>
            <a:ext cx="8115300" cy="0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8629650" cy="478346"/>
          </a:xfrm>
          <a:prstGeom prst="rect">
            <a:avLst/>
          </a:prstGeom>
          <a:noFill/>
          <a:ln/>
        </p:spPr>
        <p:txBody>
          <a:bodyPr wrap="square" lIns="0" tIns="0" rIns="0" bIns="85725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 Conclusion and Recommendation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1042988"/>
            <a:ext cx="4813973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4350" y="1378632"/>
            <a:ext cx="3971925" cy="125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Modernised the system with 6 new features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 6 + Team 2 deliverables passed integration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learning: business-aware mindset shift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Temariware (personal project) now 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57725" y="1042988"/>
            <a:ext cx="4486275" cy="300774"/>
          </a:xfrm>
          <a:prstGeom prst="rect">
            <a:avLst/>
          </a:prstGeom>
          <a:noFill/>
          <a:ln/>
        </p:spPr>
        <p:txBody>
          <a:bodyPr wrap="none" lIns="0" tIns="0" rIns="0" bIns="42863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57725" y="1378632"/>
            <a:ext cx="3971925" cy="125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Chapa API for automated verification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Formalise onboarding for future interns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Continue exploring agentic AI with oversight</a:t>
            </a:r>
            <a:endParaRPr lang="en-US" sz="1200" dirty="0"/>
          </a:p>
          <a:p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●  </a:t>
            </a:r>
            <a:pPr algn="l" indent="0" marL="0">
              <a:lnSpc>
                <a:spcPts val="1560"/>
              </a:lnSpc>
              <a:spcAft>
                <a:spcPts val="788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Future: specialise in AI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4499558"/>
            <a:ext cx="8115300" cy="30104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4499558"/>
            <a:ext cx="0" cy="30104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499558"/>
            <a:ext cx="8115300" cy="325125"/>
          </a:xfrm>
          <a:prstGeom prst="rect">
            <a:avLst/>
          </a:prstGeom>
          <a:noFill/>
          <a:ln/>
        </p:spPr>
        <p:txBody>
          <a:bodyPr wrap="none" lIns="85725" tIns="57150" rIns="85725" bIns="5715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Next: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Live project demo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4350" y="4711415"/>
            <a:ext cx="8115300" cy="0"/>
          </a:xfrm>
          <a:prstGeom prst="line">
            <a:avLst/>
          </a:prstGeom>
          <a:noFill/>
          <a:ln w="7144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4772137"/>
            <a:ext cx="7942845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Presentation — Nebiyu Tsegaye (ID 1501332)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01" y="4772137"/>
            <a:ext cx="276331" cy="22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3388" y="440457"/>
            <a:ext cx="293722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31274" y="1297707"/>
            <a:ext cx="228134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22363" y="1983507"/>
            <a:ext cx="4899273" cy="29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Nebiyu Tsegaye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ID: 1501332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Department of Software Engineering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Dire Dawa University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Internship at Afronex Tech Company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10/06/2018 E.C – 10/10/2018 E.C</a:t>
            </a:r>
            <a:endParaRPr lang="en-US" sz="135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Demo:</a:t>
            </a:r>
            <a:pPr algn="ctr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Membership Management System + Temariware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2026-09-16T09:36:25Z</dcterms:created>
  <dcterms:modified xsi:type="dcterms:W3CDTF">2026-09-16T09:36:25Z</dcterms:modified>
</cp:coreProperties>
</file>